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005E3C-4AC3-4FE0-A3BF-8C5BBD3174D8}" v="3" dt="2026-05-14T17:42:48.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Jregg" userId="821df209966a4967" providerId="LiveId" clId="{7BE55252-3A7C-4BB2-95EC-7490022CA1E3}"/>
    <pc:docChg chg="undo custSel addSld modSld">
      <pc:chgData name="Josh Jregg" userId="821df209966a4967" providerId="LiveId" clId="{7BE55252-3A7C-4BB2-95EC-7490022CA1E3}" dt="2026-05-14T17:56:24.720" v="3500" actId="20577"/>
      <pc:docMkLst>
        <pc:docMk/>
      </pc:docMkLst>
      <pc:sldChg chg="addSp delSp modSp mod setBg">
        <pc:chgData name="Josh Jregg" userId="821df209966a4967" providerId="LiveId" clId="{7BE55252-3A7C-4BB2-95EC-7490022CA1E3}" dt="2026-05-14T17:28:05.359" v="1499" actId="20577"/>
        <pc:sldMkLst>
          <pc:docMk/>
          <pc:sldMk cId="4149597739" sldId="257"/>
        </pc:sldMkLst>
        <pc:spChg chg="del">
          <ac:chgData name="Josh Jregg" userId="821df209966a4967" providerId="LiveId" clId="{7BE55252-3A7C-4BB2-95EC-7490022CA1E3}" dt="2026-05-14T17:21:46.673" v="783" actId="931"/>
          <ac:spMkLst>
            <pc:docMk/>
            <pc:sldMk cId="4149597739" sldId="257"/>
            <ac:spMk id="3" creationId="{908F1FE6-D677-4F32-366E-6A7673589D14}"/>
          </ac:spMkLst>
        </pc:spChg>
        <pc:spChg chg="add mod">
          <ac:chgData name="Josh Jregg" userId="821df209966a4967" providerId="LiveId" clId="{7BE55252-3A7C-4BB2-95EC-7490022CA1E3}" dt="2026-05-14T17:28:05.359" v="1499" actId="20577"/>
          <ac:spMkLst>
            <pc:docMk/>
            <pc:sldMk cId="4149597739" sldId="257"/>
            <ac:spMk id="5" creationId="{1A2ADC29-CDEB-5531-AD6B-046243CD37AB}"/>
          </ac:spMkLst>
        </pc:spChg>
        <pc:spChg chg="add del mod">
          <ac:chgData name="Josh Jregg" userId="821df209966a4967" providerId="LiveId" clId="{7BE55252-3A7C-4BB2-95EC-7490022CA1E3}" dt="2026-05-14T17:22:18.284" v="791" actId="26606"/>
          <ac:spMkLst>
            <pc:docMk/>
            <pc:sldMk cId="4149597739" sldId="257"/>
            <ac:spMk id="8" creationId="{654FCCBE-51C2-46B4-EE25-F3F118A413B3}"/>
          </ac:spMkLst>
        </pc:spChg>
        <pc:spChg chg="add del">
          <ac:chgData name="Josh Jregg" userId="821df209966a4967" providerId="LiveId" clId="{7BE55252-3A7C-4BB2-95EC-7490022CA1E3}" dt="2026-05-14T17:22:18.284" v="791" actId="26606"/>
          <ac:spMkLst>
            <pc:docMk/>
            <pc:sldMk cId="4149597739" sldId="257"/>
            <ac:spMk id="11" creationId="{3FAD17B9-9E6C-4DD1-9728-97B5E5FCCAB2}"/>
          </ac:spMkLst>
        </pc:spChg>
        <pc:spChg chg="add del">
          <ac:chgData name="Josh Jregg" userId="821df209966a4967" providerId="LiveId" clId="{7BE55252-3A7C-4BB2-95EC-7490022CA1E3}" dt="2026-05-14T17:22:18.284" v="791" actId="26606"/>
          <ac:spMkLst>
            <pc:docMk/>
            <pc:sldMk cId="4149597739" sldId="257"/>
            <ac:spMk id="13" creationId="{D7AC3F90-A588-42FF-B41D-062A8D91B9E5}"/>
          </ac:spMkLst>
        </pc:spChg>
        <pc:spChg chg="add del">
          <ac:chgData name="Josh Jregg" userId="821df209966a4967" providerId="LiveId" clId="{7BE55252-3A7C-4BB2-95EC-7490022CA1E3}" dt="2026-05-14T17:22:18.284" v="791" actId="26606"/>
          <ac:spMkLst>
            <pc:docMk/>
            <pc:sldMk cId="4149597739" sldId="257"/>
            <ac:spMk id="17" creationId="{E1AADF25-43E9-4DE0-AD82-4F6052319136}"/>
          </ac:spMkLst>
        </pc:spChg>
        <pc:spChg chg="add del">
          <ac:chgData name="Josh Jregg" userId="821df209966a4967" providerId="LiveId" clId="{7BE55252-3A7C-4BB2-95EC-7490022CA1E3}" dt="2026-05-14T17:22:18.284" v="791" actId="26606"/>
          <ac:spMkLst>
            <pc:docMk/>
            <pc:sldMk cId="4149597739" sldId="257"/>
            <ac:spMk id="19" creationId="{CBC2D515-EF3C-4E4E-8BC1-192B21E92713}"/>
          </ac:spMkLst>
        </pc:spChg>
        <pc:picChg chg="add mod ord">
          <ac:chgData name="Josh Jregg" userId="821df209966a4967" providerId="LiveId" clId="{7BE55252-3A7C-4BB2-95EC-7490022CA1E3}" dt="2026-05-14T17:22:25.858" v="793" actId="14100"/>
          <ac:picMkLst>
            <pc:docMk/>
            <pc:sldMk cId="4149597739" sldId="257"/>
            <ac:picMk id="4" creationId="{8F1C5562-A98A-9F32-42B7-B0841A055D1A}"/>
          </ac:picMkLst>
        </pc:picChg>
        <pc:picChg chg="add del">
          <ac:chgData name="Josh Jregg" userId="821df209966a4967" providerId="LiveId" clId="{7BE55252-3A7C-4BB2-95EC-7490022CA1E3}" dt="2026-05-14T17:22:18.284" v="791" actId="26606"/>
          <ac:picMkLst>
            <pc:docMk/>
            <pc:sldMk cId="4149597739" sldId="257"/>
            <ac:picMk id="15" creationId="{015AB904-4FB7-4A0D-B43E-03ACF05E1445}"/>
          </ac:picMkLst>
        </pc:picChg>
      </pc:sldChg>
      <pc:sldChg chg="addSp delSp modSp mod setBg">
        <pc:chgData name="Josh Jregg" userId="821df209966a4967" providerId="LiveId" clId="{7BE55252-3A7C-4BB2-95EC-7490022CA1E3}" dt="2026-05-14T17:34:57.547" v="2182" actId="20577"/>
        <pc:sldMkLst>
          <pc:docMk/>
          <pc:sldMk cId="103207565" sldId="258"/>
        </pc:sldMkLst>
        <pc:spChg chg="del">
          <ac:chgData name="Josh Jregg" userId="821df209966a4967" providerId="LiveId" clId="{7BE55252-3A7C-4BB2-95EC-7490022CA1E3}" dt="2026-05-14T17:29:24.314" v="1501" actId="26606"/>
          <ac:spMkLst>
            <pc:docMk/>
            <pc:sldMk cId="103207565" sldId="258"/>
            <ac:spMk id="2" creationId="{88655691-3CD5-F6DE-F99D-01B064E286C2}"/>
          </ac:spMkLst>
        </pc:spChg>
        <pc:spChg chg="del">
          <ac:chgData name="Josh Jregg" userId="821df209966a4967" providerId="LiveId" clId="{7BE55252-3A7C-4BB2-95EC-7490022CA1E3}" dt="2026-05-14T17:29:19.425" v="1500" actId="931"/>
          <ac:spMkLst>
            <pc:docMk/>
            <pc:sldMk cId="103207565" sldId="258"/>
            <ac:spMk id="3" creationId="{3F8DF3B0-3E3E-6935-8DCD-E7AD7E520339}"/>
          </ac:spMkLst>
        </pc:spChg>
        <pc:spChg chg="add mod">
          <ac:chgData name="Josh Jregg" userId="821df209966a4967" providerId="LiveId" clId="{7BE55252-3A7C-4BB2-95EC-7490022CA1E3}" dt="2026-05-14T17:34:57.547" v="2182" actId="20577"/>
          <ac:spMkLst>
            <pc:docMk/>
            <pc:sldMk cId="103207565" sldId="258"/>
            <ac:spMk id="6" creationId="{FF35812B-F423-93B3-6887-CCCF7DC20622}"/>
          </ac:spMkLst>
        </pc:spChg>
        <pc:spChg chg="add">
          <ac:chgData name="Josh Jregg" userId="821df209966a4967" providerId="LiveId" clId="{7BE55252-3A7C-4BB2-95EC-7490022CA1E3}" dt="2026-05-14T17:29:24.314" v="1501" actId="26606"/>
          <ac:spMkLst>
            <pc:docMk/>
            <pc:sldMk cId="103207565" sldId="258"/>
            <ac:spMk id="14" creationId="{E16B9833-CCDE-4DEF-8D9C-0374880A53C1}"/>
          </ac:spMkLst>
        </pc:spChg>
        <pc:spChg chg="add">
          <ac:chgData name="Josh Jregg" userId="821df209966a4967" providerId="LiveId" clId="{7BE55252-3A7C-4BB2-95EC-7490022CA1E3}" dt="2026-05-14T17:29:24.314" v="1501" actId="26606"/>
          <ac:spMkLst>
            <pc:docMk/>
            <pc:sldMk cId="103207565" sldId="258"/>
            <ac:spMk id="16" creationId="{BC2CC7F6-4DA9-40BE-9788-4ED6B0A85687}"/>
          </ac:spMkLst>
        </pc:spChg>
        <pc:spChg chg="add">
          <ac:chgData name="Josh Jregg" userId="821df209966a4967" providerId="LiveId" clId="{7BE55252-3A7C-4BB2-95EC-7490022CA1E3}" dt="2026-05-14T17:29:24.314" v="1501" actId="26606"/>
          <ac:spMkLst>
            <pc:docMk/>
            <pc:sldMk cId="103207565" sldId="258"/>
            <ac:spMk id="18" creationId="{AD098DBD-F19D-467D-BA4D-814BD652EFE6}"/>
          </ac:spMkLst>
        </pc:spChg>
        <pc:spChg chg="add">
          <ac:chgData name="Josh Jregg" userId="821df209966a4967" providerId="LiveId" clId="{7BE55252-3A7C-4BB2-95EC-7490022CA1E3}" dt="2026-05-14T17:29:24.314" v="1501" actId="26606"/>
          <ac:spMkLst>
            <pc:docMk/>
            <pc:sldMk cId="103207565" sldId="258"/>
            <ac:spMk id="20" creationId="{FEF6C70E-8448-40F4-8AFA-2E982338CE04}"/>
          </ac:spMkLst>
        </pc:spChg>
        <pc:picChg chg="add mod ord">
          <ac:chgData name="Josh Jregg" userId="821df209966a4967" providerId="LiveId" clId="{7BE55252-3A7C-4BB2-95EC-7490022CA1E3}" dt="2026-05-14T17:29:30.396" v="1502" actId="27614"/>
          <ac:picMkLst>
            <pc:docMk/>
            <pc:sldMk cId="103207565" sldId="258"/>
            <ac:picMk id="5" creationId="{4D913753-8E81-513A-EA62-B28689E78AA5}"/>
          </ac:picMkLst>
        </pc:picChg>
        <pc:picChg chg="add">
          <ac:chgData name="Josh Jregg" userId="821df209966a4967" providerId="LiveId" clId="{7BE55252-3A7C-4BB2-95EC-7490022CA1E3}" dt="2026-05-14T17:29:24.314" v="1501" actId="26606"/>
          <ac:picMkLst>
            <pc:docMk/>
            <pc:sldMk cId="103207565" sldId="258"/>
            <ac:picMk id="10" creationId="{BEB7091A-7E9C-45E8-B4B8-831F07A2524E}"/>
          </ac:picMkLst>
        </pc:picChg>
        <pc:picChg chg="add">
          <ac:chgData name="Josh Jregg" userId="821df209966a4967" providerId="LiveId" clId="{7BE55252-3A7C-4BB2-95EC-7490022CA1E3}" dt="2026-05-14T17:29:24.314" v="1501" actId="26606"/>
          <ac:picMkLst>
            <pc:docMk/>
            <pc:sldMk cId="103207565" sldId="258"/>
            <ac:picMk id="12" creationId="{3A7EE626-B530-46D6-8DFA-F7CCBAB93FE5}"/>
          </ac:picMkLst>
        </pc:picChg>
      </pc:sldChg>
      <pc:sldChg chg="modSp mod">
        <pc:chgData name="Josh Jregg" userId="821df209966a4967" providerId="LiveId" clId="{7BE55252-3A7C-4BB2-95EC-7490022CA1E3}" dt="2026-05-14T17:24:24.990" v="1026" actId="20577"/>
        <pc:sldMkLst>
          <pc:docMk/>
          <pc:sldMk cId="2240562850" sldId="259"/>
        </pc:sldMkLst>
        <pc:spChg chg="mod">
          <ac:chgData name="Josh Jregg" userId="821df209966a4967" providerId="LiveId" clId="{7BE55252-3A7C-4BB2-95EC-7490022CA1E3}" dt="2026-05-14T17:24:24.990" v="1026" actId="20577"/>
          <ac:spMkLst>
            <pc:docMk/>
            <pc:sldMk cId="2240562850" sldId="259"/>
            <ac:spMk id="32" creationId="{CFC4F2AD-E5D1-3283-D63D-D58BB6EA2426}"/>
          </ac:spMkLst>
        </pc:spChg>
      </pc:sldChg>
      <pc:sldChg chg="addSp delSp modSp new mod setBg">
        <pc:chgData name="Josh Jregg" userId="821df209966a4967" providerId="LiveId" clId="{7BE55252-3A7C-4BB2-95EC-7490022CA1E3}" dt="2026-05-14T17:46:54.905" v="2719" actId="20577"/>
        <pc:sldMkLst>
          <pc:docMk/>
          <pc:sldMk cId="71081020" sldId="260"/>
        </pc:sldMkLst>
        <pc:spChg chg="add del">
          <ac:chgData name="Josh Jregg" userId="821df209966a4967" providerId="LiveId" clId="{7BE55252-3A7C-4BB2-95EC-7490022CA1E3}" dt="2026-05-14T17:35:36.069" v="2189" actId="26606"/>
          <ac:spMkLst>
            <pc:docMk/>
            <pc:sldMk cId="71081020" sldId="260"/>
            <ac:spMk id="2" creationId="{76886AA4-E39B-68C9-B308-73941DCFF7BA}"/>
          </ac:spMkLst>
        </pc:spChg>
        <pc:spChg chg="del">
          <ac:chgData name="Josh Jregg" userId="821df209966a4967" providerId="LiveId" clId="{7BE55252-3A7C-4BB2-95EC-7490022CA1E3}" dt="2026-05-14T17:35:12.145" v="2184" actId="931"/>
          <ac:spMkLst>
            <pc:docMk/>
            <pc:sldMk cId="71081020" sldId="260"/>
            <ac:spMk id="3" creationId="{F56662BB-0675-2E16-5D84-59BE48D06312}"/>
          </ac:spMkLst>
        </pc:spChg>
        <pc:spChg chg="add mod">
          <ac:chgData name="Josh Jregg" userId="821df209966a4967" providerId="LiveId" clId="{7BE55252-3A7C-4BB2-95EC-7490022CA1E3}" dt="2026-05-14T17:46:54.905" v="2719" actId="20577"/>
          <ac:spMkLst>
            <pc:docMk/>
            <pc:sldMk cId="71081020" sldId="260"/>
            <ac:spMk id="6" creationId="{60479AE1-E26C-DC4A-37A0-52E8C24B6D0E}"/>
          </ac:spMkLst>
        </pc:spChg>
        <pc:spChg chg="add del">
          <ac:chgData name="Josh Jregg" userId="821df209966a4967" providerId="LiveId" clId="{7BE55252-3A7C-4BB2-95EC-7490022CA1E3}" dt="2026-05-14T17:35:36.012" v="2188" actId="26606"/>
          <ac:spMkLst>
            <pc:docMk/>
            <pc:sldMk cId="71081020" sldId="260"/>
            <ac:spMk id="14" creationId="{E16B9833-CCDE-4DEF-8D9C-0374880A53C1}"/>
          </ac:spMkLst>
        </pc:spChg>
        <pc:spChg chg="add del">
          <ac:chgData name="Josh Jregg" userId="821df209966a4967" providerId="LiveId" clId="{7BE55252-3A7C-4BB2-95EC-7490022CA1E3}" dt="2026-05-14T17:35:36.012" v="2188" actId="26606"/>
          <ac:spMkLst>
            <pc:docMk/>
            <pc:sldMk cId="71081020" sldId="260"/>
            <ac:spMk id="16" creationId="{BC2CC7F6-4DA9-40BE-9788-4ED6B0A85687}"/>
          </ac:spMkLst>
        </pc:spChg>
        <pc:spChg chg="add del">
          <ac:chgData name="Josh Jregg" userId="821df209966a4967" providerId="LiveId" clId="{7BE55252-3A7C-4BB2-95EC-7490022CA1E3}" dt="2026-05-14T17:35:36.012" v="2188" actId="26606"/>
          <ac:spMkLst>
            <pc:docMk/>
            <pc:sldMk cId="71081020" sldId="260"/>
            <ac:spMk id="18" creationId="{AD098DBD-F19D-467D-BA4D-814BD652EFE6}"/>
          </ac:spMkLst>
        </pc:spChg>
        <pc:spChg chg="add del">
          <ac:chgData name="Josh Jregg" userId="821df209966a4967" providerId="LiveId" clId="{7BE55252-3A7C-4BB2-95EC-7490022CA1E3}" dt="2026-05-14T17:35:36.012" v="2188" actId="26606"/>
          <ac:spMkLst>
            <pc:docMk/>
            <pc:sldMk cId="71081020" sldId="260"/>
            <ac:spMk id="20" creationId="{FEF6C70E-8448-40F4-8AFA-2E982338CE04}"/>
          </ac:spMkLst>
        </pc:spChg>
        <pc:spChg chg="add">
          <ac:chgData name="Josh Jregg" userId="821df209966a4967" providerId="LiveId" clId="{7BE55252-3A7C-4BB2-95EC-7490022CA1E3}" dt="2026-05-14T17:35:36.069" v="2189" actId="26606"/>
          <ac:spMkLst>
            <pc:docMk/>
            <pc:sldMk cId="71081020" sldId="260"/>
            <ac:spMk id="28" creationId="{E16B9833-CCDE-4DEF-8D9C-0374880A53C1}"/>
          </ac:spMkLst>
        </pc:spChg>
        <pc:spChg chg="add">
          <ac:chgData name="Josh Jregg" userId="821df209966a4967" providerId="LiveId" clId="{7BE55252-3A7C-4BB2-95EC-7490022CA1E3}" dt="2026-05-14T17:35:36.069" v="2189" actId="26606"/>
          <ac:spMkLst>
            <pc:docMk/>
            <pc:sldMk cId="71081020" sldId="260"/>
            <ac:spMk id="29" creationId="{BC2CC7F6-4DA9-40BE-9788-4ED6B0A85687}"/>
          </ac:spMkLst>
        </pc:spChg>
        <pc:spChg chg="add">
          <ac:chgData name="Josh Jregg" userId="821df209966a4967" providerId="LiveId" clId="{7BE55252-3A7C-4BB2-95EC-7490022CA1E3}" dt="2026-05-14T17:35:36.069" v="2189" actId="26606"/>
          <ac:spMkLst>
            <pc:docMk/>
            <pc:sldMk cId="71081020" sldId="260"/>
            <ac:spMk id="30" creationId="{AD098DBD-F19D-467D-BA4D-814BD652EFE6}"/>
          </ac:spMkLst>
        </pc:spChg>
        <pc:spChg chg="add">
          <ac:chgData name="Josh Jregg" userId="821df209966a4967" providerId="LiveId" clId="{7BE55252-3A7C-4BB2-95EC-7490022CA1E3}" dt="2026-05-14T17:35:36.069" v="2189" actId="26606"/>
          <ac:spMkLst>
            <pc:docMk/>
            <pc:sldMk cId="71081020" sldId="260"/>
            <ac:spMk id="31" creationId="{FEF6C70E-8448-40F4-8AFA-2E982338CE04}"/>
          </ac:spMkLst>
        </pc:spChg>
        <pc:picChg chg="add mod ord">
          <ac:chgData name="Josh Jregg" userId="821df209966a4967" providerId="LiveId" clId="{7BE55252-3A7C-4BB2-95EC-7490022CA1E3}" dt="2026-05-14T17:35:36.069" v="2189" actId="26606"/>
          <ac:picMkLst>
            <pc:docMk/>
            <pc:sldMk cId="71081020" sldId="260"/>
            <ac:picMk id="5" creationId="{3AE8A968-8E21-1448-14E9-649DC7D69D59}"/>
          </ac:picMkLst>
        </pc:picChg>
        <pc:picChg chg="add del">
          <ac:chgData name="Josh Jregg" userId="821df209966a4967" providerId="LiveId" clId="{7BE55252-3A7C-4BB2-95EC-7490022CA1E3}" dt="2026-05-14T17:35:36.012" v="2188" actId="26606"/>
          <ac:picMkLst>
            <pc:docMk/>
            <pc:sldMk cId="71081020" sldId="260"/>
            <ac:picMk id="10" creationId="{BEB7091A-7E9C-45E8-B4B8-831F07A2524E}"/>
          </ac:picMkLst>
        </pc:picChg>
        <pc:picChg chg="add del">
          <ac:chgData name="Josh Jregg" userId="821df209966a4967" providerId="LiveId" clId="{7BE55252-3A7C-4BB2-95EC-7490022CA1E3}" dt="2026-05-14T17:35:36.012" v="2188" actId="26606"/>
          <ac:picMkLst>
            <pc:docMk/>
            <pc:sldMk cId="71081020" sldId="260"/>
            <ac:picMk id="12" creationId="{3A7EE626-B530-46D6-8DFA-F7CCBAB93FE5}"/>
          </ac:picMkLst>
        </pc:picChg>
        <pc:picChg chg="add del">
          <ac:chgData name="Josh Jregg" userId="821df209966a4967" providerId="LiveId" clId="{7BE55252-3A7C-4BB2-95EC-7490022CA1E3}" dt="2026-05-14T17:35:36.012" v="2188" actId="26606"/>
          <ac:picMkLst>
            <pc:docMk/>
            <pc:sldMk cId="71081020" sldId="260"/>
            <ac:picMk id="22" creationId="{EBC13146-63E0-4D14-B79C-7E994508741E}"/>
          </ac:picMkLst>
        </pc:picChg>
        <pc:picChg chg="add del">
          <ac:chgData name="Josh Jregg" userId="821df209966a4967" providerId="LiveId" clId="{7BE55252-3A7C-4BB2-95EC-7490022CA1E3}" dt="2026-05-14T17:35:36.012" v="2188" actId="26606"/>
          <ac:picMkLst>
            <pc:docMk/>
            <pc:sldMk cId="71081020" sldId="260"/>
            <ac:picMk id="24" creationId="{41A68530-F475-4B42-A8ED-EEC89EC091AA}"/>
          </ac:picMkLst>
        </pc:picChg>
        <pc:picChg chg="add">
          <ac:chgData name="Josh Jregg" userId="821df209966a4967" providerId="LiveId" clId="{7BE55252-3A7C-4BB2-95EC-7490022CA1E3}" dt="2026-05-14T17:35:36.069" v="2189" actId="26606"/>
          <ac:picMkLst>
            <pc:docMk/>
            <pc:sldMk cId="71081020" sldId="260"/>
            <ac:picMk id="26" creationId="{BEB7091A-7E9C-45E8-B4B8-831F07A2524E}"/>
          </ac:picMkLst>
        </pc:picChg>
        <pc:picChg chg="add">
          <ac:chgData name="Josh Jregg" userId="821df209966a4967" providerId="LiveId" clId="{7BE55252-3A7C-4BB2-95EC-7490022CA1E3}" dt="2026-05-14T17:35:36.069" v="2189" actId="26606"/>
          <ac:picMkLst>
            <pc:docMk/>
            <pc:sldMk cId="71081020" sldId="260"/>
            <ac:picMk id="27" creationId="{3A7EE626-B530-46D6-8DFA-F7CCBAB93FE5}"/>
          </ac:picMkLst>
        </pc:picChg>
      </pc:sldChg>
      <pc:sldChg chg="modSp new mod">
        <pc:chgData name="Josh Jregg" userId="821df209966a4967" providerId="LiveId" clId="{7BE55252-3A7C-4BB2-95EC-7490022CA1E3}" dt="2026-05-14T17:56:24.720" v="3500" actId="20577"/>
        <pc:sldMkLst>
          <pc:docMk/>
          <pc:sldMk cId="3512481403" sldId="261"/>
        </pc:sldMkLst>
        <pc:spChg chg="mod">
          <ac:chgData name="Josh Jregg" userId="821df209966a4967" providerId="LiveId" clId="{7BE55252-3A7C-4BB2-95EC-7490022CA1E3}" dt="2026-05-14T17:47:19.373" v="2747" actId="120"/>
          <ac:spMkLst>
            <pc:docMk/>
            <pc:sldMk cId="3512481403" sldId="261"/>
            <ac:spMk id="2" creationId="{7000EACB-A6DD-A034-5DCA-3B42B6381BF5}"/>
          </ac:spMkLst>
        </pc:spChg>
        <pc:spChg chg="mod">
          <ac:chgData name="Josh Jregg" userId="821df209966a4967" providerId="LiveId" clId="{7BE55252-3A7C-4BB2-95EC-7490022CA1E3}" dt="2026-05-14T17:56:24.720" v="3500" actId="20577"/>
          <ac:spMkLst>
            <pc:docMk/>
            <pc:sldMk cId="3512481403" sldId="261"/>
            <ac:spMk id="3" creationId="{A163073B-405D-6239-F225-961BD890FDD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899B6D-4908-4508-AAC7-C1F380EAFD0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0CED794E-4335-4560-BDEB-28720449634D}"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5362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899B6D-4908-4508-AAC7-C1F380EAFD0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ED794E-4335-4560-BDEB-28720449634D}"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86215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99B6D-4908-4508-AAC7-C1F380EAFD0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2212982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899B6D-4908-4508-AAC7-C1F380EAFD0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ED794E-4335-4560-BDEB-28720449634D}"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184818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899B6D-4908-4508-AAC7-C1F380EAFD02}"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398961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899B6D-4908-4508-AAC7-C1F380EAFD02}"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ED794E-4335-4560-BDEB-28720449634D}"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550019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8899B6D-4908-4508-AAC7-C1F380EAFD02}"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1827413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899B6D-4908-4508-AAC7-C1F380EAFD0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353570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899B6D-4908-4508-AAC7-C1F380EAFD0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3484252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899B6D-4908-4508-AAC7-C1F380EAFD0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41106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899B6D-4908-4508-AAC7-C1F380EAFD0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ED794E-4335-4560-BDEB-28720449634D}" type="slidenum">
              <a:rPr lang="en-US" smtClean="0"/>
              <a:t>‹#›</a:t>
            </a:fld>
            <a:endParaRPr lang="en-US"/>
          </a:p>
        </p:txBody>
      </p:sp>
    </p:spTree>
    <p:extLst>
      <p:ext uri="{BB962C8B-B14F-4D97-AF65-F5344CB8AC3E}">
        <p14:creationId xmlns:p14="http://schemas.microsoft.com/office/powerpoint/2010/main" val="637333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8899B6D-4908-4508-AAC7-C1F380EAFD02}" type="datetimeFigureOut">
              <a:rPr lang="en-US" smtClean="0"/>
              <a:t>5/14/2026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0CED794E-4335-4560-BDEB-28720449634D}"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87743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92FF-949C-58EA-C560-168740A44CB2}"/>
              </a:ext>
            </a:extLst>
          </p:cNvPr>
          <p:cNvSpPr>
            <a:spLocks noGrp="1"/>
          </p:cNvSpPr>
          <p:nvPr>
            <p:ph type="ctrTitle"/>
          </p:nvPr>
        </p:nvSpPr>
        <p:spPr/>
        <p:txBody>
          <a:bodyPr>
            <a:normAutofit fontScale="90000"/>
          </a:bodyPr>
          <a:lstStyle/>
          <a:p>
            <a:r>
              <a:rPr lang="en-US" dirty="0">
                <a:latin typeface="Abadi" panose="020F0502020204030204" pitchFamily="34" charset="0"/>
              </a:rPr>
              <a:t>Social Media Behavior and Age</a:t>
            </a:r>
          </a:p>
        </p:txBody>
      </p:sp>
      <p:sp>
        <p:nvSpPr>
          <p:cNvPr id="3" name="Subtitle 2">
            <a:extLst>
              <a:ext uri="{FF2B5EF4-FFF2-40B4-BE49-F238E27FC236}">
                <a16:creationId xmlns:a16="http://schemas.microsoft.com/office/drawing/2014/main" id="{BCCC8264-D2E6-E4A2-E318-56B1490EBDFB}"/>
              </a:ext>
            </a:extLst>
          </p:cNvPr>
          <p:cNvSpPr>
            <a:spLocks noGrp="1"/>
          </p:cNvSpPr>
          <p:nvPr>
            <p:ph type="subTitle" idx="1"/>
          </p:nvPr>
        </p:nvSpPr>
        <p:spPr/>
        <p:txBody>
          <a:bodyPr/>
          <a:lstStyle/>
          <a:p>
            <a:r>
              <a:rPr lang="en-US" sz="1800" dirty="0"/>
              <a:t>Jushikun Alimasi</a:t>
            </a:r>
          </a:p>
          <a:p>
            <a:endParaRPr lang="en-US" dirty="0"/>
          </a:p>
        </p:txBody>
      </p:sp>
    </p:spTree>
    <p:extLst>
      <p:ext uri="{BB962C8B-B14F-4D97-AF65-F5344CB8AC3E}">
        <p14:creationId xmlns:p14="http://schemas.microsoft.com/office/powerpoint/2010/main" val="2005376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e diagram represents the distribution of ad click rates across different countries and age groups.&#10;&#10;AI-generated content may be incorrect.">
            <a:extLst>
              <a:ext uri="{FF2B5EF4-FFF2-40B4-BE49-F238E27FC236}">
                <a16:creationId xmlns:a16="http://schemas.microsoft.com/office/drawing/2014/main" id="{8F1C5562-A98A-9F32-42B7-B0841A055D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3404" y="0"/>
            <a:ext cx="7652572" cy="4284133"/>
          </a:xfrm>
          <a:prstGeom prst="rect">
            <a:avLst/>
          </a:prstGeom>
        </p:spPr>
      </p:pic>
      <p:sp>
        <p:nvSpPr>
          <p:cNvPr id="5" name="TextBox 4">
            <a:extLst>
              <a:ext uri="{FF2B5EF4-FFF2-40B4-BE49-F238E27FC236}">
                <a16:creationId xmlns:a16="http://schemas.microsoft.com/office/drawing/2014/main" id="{1A2ADC29-CDEB-5531-AD6B-046243CD37AB}"/>
              </a:ext>
            </a:extLst>
          </p:cNvPr>
          <p:cNvSpPr txBox="1"/>
          <p:nvPr/>
        </p:nvSpPr>
        <p:spPr>
          <a:xfrm>
            <a:off x="1253067" y="4648200"/>
            <a:ext cx="10184776" cy="954107"/>
          </a:xfrm>
          <a:prstGeom prst="rect">
            <a:avLst/>
          </a:prstGeom>
          <a:noFill/>
        </p:spPr>
        <p:txBody>
          <a:bodyPr wrap="none" rtlCol="0">
            <a:spAutoFit/>
          </a:bodyPr>
          <a:lstStyle/>
          <a:p>
            <a:r>
              <a:rPr lang="en-US" sz="1400" dirty="0">
                <a:latin typeface="Abadi" panose="020B0604020104020204" pitchFamily="34" charset="0"/>
              </a:rPr>
              <a:t>This is showcasing a clustered bar chart which is showing the relationship between ad click rates by age and gender. The slicer </a:t>
            </a:r>
          </a:p>
          <a:p>
            <a:r>
              <a:rPr lang="en-US" sz="1400" dirty="0">
                <a:latin typeface="Abadi" panose="020B0604020104020204" pitchFamily="34" charset="0"/>
              </a:rPr>
              <a:t>allows me to choose between which countries I want to analyze and the bars show me which gender and age group is more likely </a:t>
            </a:r>
          </a:p>
          <a:p>
            <a:r>
              <a:rPr lang="en-US" sz="1400" dirty="0">
                <a:latin typeface="Abadi" panose="020B0604020104020204" pitchFamily="34" charset="0"/>
              </a:rPr>
              <a:t>to click on an ad. For this example, it is showing that in Canada, females in their mid 30’s dominate men in terms of ad click rate</a:t>
            </a:r>
          </a:p>
          <a:p>
            <a:r>
              <a:rPr lang="en-US" sz="1400" dirty="0">
                <a:latin typeface="Abadi" panose="020B0604020104020204" pitchFamily="34" charset="0"/>
              </a:rPr>
              <a:t>while men seem to dominate more in their early 30’s.</a:t>
            </a:r>
          </a:p>
        </p:txBody>
      </p:sp>
    </p:spTree>
    <p:extLst>
      <p:ext uri="{BB962C8B-B14F-4D97-AF65-F5344CB8AC3E}">
        <p14:creationId xmlns:p14="http://schemas.microsoft.com/office/powerpoint/2010/main" val="4149597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EB7091A-7E9C-45E8-B4B8-831F07A252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2" name="Picture 11">
            <a:extLst>
              <a:ext uri="{FF2B5EF4-FFF2-40B4-BE49-F238E27FC236}">
                <a16:creationId xmlns:a16="http://schemas.microsoft.com/office/drawing/2014/main" id="{3A7EE626-B530-46D6-8DFA-F7CCBAB93F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4" name="Rectangle 13">
            <a:extLst>
              <a:ext uri="{FF2B5EF4-FFF2-40B4-BE49-F238E27FC236}">
                <a16:creationId xmlns:a16="http://schemas.microsoft.com/office/drawing/2014/main" id="{E16B9833-CCDE-4DEF-8D9C-0374880A5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BC2CC7F6-4DA9-40BE-9788-4ED6B0A85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AD098DBD-F19D-467D-BA4D-814BD652E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FEF6C70E-8448-40F4-8AFA-2E982338C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Content Placeholder 4" descr="The image displays a colorful bar chart categorizing daily usage statistics by country, including India, UK, Canada, Germany, Brazil, USA, and Australia, with figures for each.&#10;&#10;AI-generated content may be incorrect.">
            <a:extLst>
              <a:ext uri="{FF2B5EF4-FFF2-40B4-BE49-F238E27FC236}">
                <a16:creationId xmlns:a16="http://schemas.microsoft.com/office/drawing/2014/main" id="{4D913753-8E81-513A-EA62-B28689E78AA5}"/>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6" name="TextBox 5">
            <a:extLst>
              <a:ext uri="{FF2B5EF4-FFF2-40B4-BE49-F238E27FC236}">
                <a16:creationId xmlns:a16="http://schemas.microsoft.com/office/drawing/2014/main" id="{FF35812B-F423-93B3-6887-CCCF7DC20622}"/>
              </a:ext>
            </a:extLst>
          </p:cNvPr>
          <p:cNvSpPr txBox="1"/>
          <p:nvPr/>
        </p:nvSpPr>
        <p:spPr>
          <a:xfrm>
            <a:off x="7721600" y="1642533"/>
            <a:ext cx="4576125" cy="1815882"/>
          </a:xfrm>
          <a:prstGeom prst="rect">
            <a:avLst/>
          </a:prstGeom>
          <a:noFill/>
        </p:spPr>
        <p:txBody>
          <a:bodyPr wrap="none" rtlCol="0">
            <a:spAutoFit/>
          </a:bodyPr>
          <a:lstStyle/>
          <a:p>
            <a:r>
              <a:rPr lang="en-US" sz="1400" dirty="0">
                <a:solidFill>
                  <a:schemeClr val="bg1"/>
                </a:solidFill>
                <a:latin typeface="Abadi" panose="020B0604020104020204" pitchFamily="34" charset="0"/>
              </a:rPr>
              <a:t>This is a </a:t>
            </a:r>
            <a:r>
              <a:rPr lang="en-US" sz="1400" dirty="0" err="1">
                <a:solidFill>
                  <a:schemeClr val="bg1"/>
                </a:solidFill>
                <a:latin typeface="Abadi" panose="020B0604020104020204" pitchFamily="34" charset="0"/>
              </a:rPr>
              <a:t>treemap</a:t>
            </a:r>
            <a:r>
              <a:rPr lang="en-US" sz="1400" dirty="0">
                <a:solidFill>
                  <a:schemeClr val="bg1"/>
                </a:solidFill>
                <a:latin typeface="Abadi" panose="020B0604020104020204" pitchFamily="34" charset="0"/>
              </a:rPr>
              <a:t> showcasing the sum of daily usage</a:t>
            </a:r>
          </a:p>
          <a:p>
            <a:r>
              <a:rPr lang="en-US" sz="1400" dirty="0">
                <a:solidFill>
                  <a:schemeClr val="bg1"/>
                </a:solidFill>
                <a:latin typeface="Abadi" panose="020B0604020104020204" pitchFamily="34" charset="0"/>
              </a:rPr>
              <a:t>in hours by country. The slicer to the side lets me filter </a:t>
            </a:r>
          </a:p>
          <a:p>
            <a:r>
              <a:rPr lang="en-US" sz="1400" dirty="0">
                <a:solidFill>
                  <a:schemeClr val="bg1"/>
                </a:solidFill>
                <a:latin typeface="Abadi" panose="020B0604020104020204" pitchFamily="34" charset="0"/>
              </a:rPr>
              <a:t>between different ages so that I can see what age </a:t>
            </a:r>
          </a:p>
          <a:p>
            <a:r>
              <a:rPr lang="en-US" sz="1400" dirty="0">
                <a:solidFill>
                  <a:schemeClr val="bg1"/>
                </a:solidFill>
                <a:latin typeface="Abadi" panose="020B0604020104020204" pitchFamily="34" charset="0"/>
              </a:rPr>
              <a:t>group has the higher screen time and what country has </a:t>
            </a:r>
          </a:p>
          <a:p>
            <a:r>
              <a:rPr lang="en-US" sz="1400" dirty="0">
                <a:solidFill>
                  <a:schemeClr val="bg1"/>
                </a:solidFill>
                <a:latin typeface="Abadi" panose="020B0604020104020204" pitchFamily="34" charset="0"/>
              </a:rPr>
              <a:t>the majority in screen time hours. I chose the </a:t>
            </a:r>
            <a:r>
              <a:rPr lang="en-US" sz="1400" dirty="0" err="1">
                <a:solidFill>
                  <a:schemeClr val="bg1"/>
                </a:solidFill>
                <a:latin typeface="Abadi" panose="020B0604020104020204" pitchFamily="34" charset="0"/>
              </a:rPr>
              <a:t>treemap</a:t>
            </a:r>
            <a:r>
              <a:rPr lang="en-US" sz="1400" dirty="0">
                <a:solidFill>
                  <a:schemeClr val="bg1"/>
                </a:solidFill>
                <a:latin typeface="Abadi" panose="020B0604020104020204" pitchFamily="34" charset="0"/>
              </a:rPr>
              <a:t> </a:t>
            </a:r>
          </a:p>
          <a:p>
            <a:r>
              <a:rPr lang="en-US" sz="1400" dirty="0">
                <a:solidFill>
                  <a:schemeClr val="bg1"/>
                </a:solidFill>
                <a:latin typeface="Abadi" panose="020B0604020104020204" pitchFamily="34" charset="0"/>
              </a:rPr>
              <a:t>with this slicer because it provides a good representation</a:t>
            </a:r>
          </a:p>
          <a:p>
            <a:r>
              <a:rPr lang="en-US" sz="1400" dirty="0">
                <a:solidFill>
                  <a:schemeClr val="bg1"/>
                </a:solidFill>
                <a:latin typeface="Abadi" panose="020B0604020104020204" pitchFamily="34" charset="0"/>
              </a:rPr>
              <a:t>on what country engulfs the rest in terms of screen time</a:t>
            </a:r>
          </a:p>
          <a:p>
            <a:r>
              <a:rPr lang="en-US" sz="1400" dirty="0">
                <a:solidFill>
                  <a:schemeClr val="bg1"/>
                </a:solidFill>
                <a:latin typeface="Abadi" panose="020B0604020104020204" pitchFamily="34" charset="0"/>
              </a:rPr>
              <a:t>and it shows me what age groups are using the most.</a:t>
            </a:r>
          </a:p>
        </p:txBody>
      </p:sp>
    </p:spTree>
    <p:extLst>
      <p:ext uri="{BB962C8B-B14F-4D97-AF65-F5344CB8AC3E}">
        <p14:creationId xmlns:p14="http://schemas.microsoft.com/office/powerpoint/2010/main" val="103207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BEB7091A-7E9C-45E8-B4B8-831F07A252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3A7EE626-B530-46D6-8DFA-F7CCBAB93F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8" name="Rectangle 27">
            <a:extLst>
              <a:ext uri="{FF2B5EF4-FFF2-40B4-BE49-F238E27FC236}">
                <a16:creationId xmlns:a16="http://schemas.microsoft.com/office/drawing/2014/main" id="{E16B9833-CCDE-4DEF-8D9C-0374880A5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BC2CC7F6-4DA9-40BE-9788-4ED6B0A85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AD098DBD-F19D-467D-BA4D-814BD652E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FEF6C70E-8448-40F4-8AFA-2E982338C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Content Placeholder 4">
            <a:extLst>
              <a:ext uri="{FF2B5EF4-FFF2-40B4-BE49-F238E27FC236}">
                <a16:creationId xmlns:a16="http://schemas.microsoft.com/office/drawing/2014/main" id="{3AE8A968-8E21-1448-14E9-649DC7D69D59}"/>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6" name="TextBox 5">
            <a:extLst>
              <a:ext uri="{FF2B5EF4-FFF2-40B4-BE49-F238E27FC236}">
                <a16:creationId xmlns:a16="http://schemas.microsoft.com/office/drawing/2014/main" id="{60479AE1-E26C-DC4A-37A0-52E8C24B6D0E}"/>
              </a:ext>
            </a:extLst>
          </p:cNvPr>
          <p:cNvSpPr txBox="1"/>
          <p:nvPr/>
        </p:nvSpPr>
        <p:spPr>
          <a:xfrm>
            <a:off x="7679267" y="3598333"/>
            <a:ext cx="4628318" cy="1384995"/>
          </a:xfrm>
          <a:prstGeom prst="rect">
            <a:avLst/>
          </a:prstGeom>
          <a:noFill/>
        </p:spPr>
        <p:txBody>
          <a:bodyPr wrap="none" rtlCol="0">
            <a:spAutoFit/>
          </a:bodyPr>
          <a:lstStyle/>
          <a:p>
            <a:r>
              <a:rPr lang="en-US" sz="1400" dirty="0">
                <a:solidFill>
                  <a:schemeClr val="bg1"/>
                </a:solidFill>
                <a:latin typeface="Abadi" panose="020B0604020104020204" pitchFamily="34" charset="0"/>
              </a:rPr>
              <a:t>This is a pie chart representing followers by gender. The </a:t>
            </a:r>
          </a:p>
          <a:p>
            <a:r>
              <a:rPr lang="en-US" sz="1400" dirty="0">
                <a:solidFill>
                  <a:schemeClr val="bg1"/>
                </a:solidFill>
                <a:latin typeface="Abadi" panose="020B0604020104020204" pitchFamily="34" charset="0"/>
              </a:rPr>
              <a:t>slicer on the side filters between different countries. This</a:t>
            </a:r>
          </a:p>
          <a:p>
            <a:r>
              <a:rPr lang="en-US" sz="1400" dirty="0">
                <a:solidFill>
                  <a:schemeClr val="bg1"/>
                </a:solidFill>
                <a:latin typeface="Abadi" panose="020B0604020104020204" pitchFamily="34" charset="0"/>
              </a:rPr>
              <a:t>pie chart is telling me that on average, females have more</a:t>
            </a:r>
          </a:p>
          <a:p>
            <a:r>
              <a:rPr lang="en-US" sz="1400" dirty="0">
                <a:solidFill>
                  <a:schemeClr val="bg1"/>
                </a:solidFill>
                <a:latin typeface="Abadi" panose="020B0604020104020204" pitchFamily="34" charset="0"/>
              </a:rPr>
              <a:t>followers than men. But there are cases, for example, USA</a:t>
            </a:r>
          </a:p>
          <a:p>
            <a:r>
              <a:rPr lang="en-US" sz="1400" dirty="0">
                <a:solidFill>
                  <a:schemeClr val="bg1"/>
                </a:solidFill>
                <a:latin typeface="Abadi" panose="020B0604020104020204" pitchFamily="34" charset="0"/>
              </a:rPr>
              <a:t>where male/others and females have similar follower </a:t>
            </a:r>
          </a:p>
          <a:p>
            <a:r>
              <a:rPr lang="en-US" sz="1400" dirty="0">
                <a:solidFill>
                  <a:schemeClr val="bg1"/>
                </a:solidFill>
                <a:latin typeface="Abadi" panose="020B0604020104020204" pitchFamily="34" charset="0"/>
              </a:rPr>
              <a:t>counts. </a:t>
            </a:r>
          </a:p>
        </p:txBody>
      </p:sp>
    </p:spTree>
    <p:extLst>
      <p:ext uri="{BB962C8B-B14F-4D97-AF65-F5344CB8AC3E}">
        <p14:creationId xmlns:p14="http://schemas.microsoft.com/office/powerpoint/2010/main" val="71081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0F3308-12C4-4DD7-ABB4-D0DFAA3C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6A24046D-AAB6-4470-AC22-6448D576E5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8" name="Picture 27">
            <a:extLst>
              <a:ext uri="{FF2B5EF4-FFF2-40B4-BE49-F238E27FC236}">
                <a16:creationId xmlns:a16="http://schemas.microsoft.com/office/drawing/2014/main" id="{211A0A85-392D-49DA-B9EC-82262B3B96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73AFD74C-283C-45BD-885B-6E6635E4B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E3DE725-FEB0-422F-BDBA-A29C95768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5058156-257B-4118-BA50-5869C8AF6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8">
            <a:extLst>
              <a:ext uri="{FF2B5EF4-FFF2-40B4-BE49-F238E27FC236}">
                <a16:creationId xmlns:a16="http://schemas.microsoft.com/office/drawing/2014/main" id="{CFC4F2AD-E5D1-3283-D63D-D58BB6EA2426}"/>
              </a:ext>
            </a:extLst>
          </p:cNvPr>
          <p:cNvSpPr>
            <a:spLocks noGrp="1"/>
          </p:cNvSpPr>
          <p:nvPr>
            <p:ph idx="1"/>
          </p:nvPr>
        </p:nvSpPr>
        <p:spPr>
          <a:xfrm>
            <a:off x="2126794" y="4481600"/>
            <a:ext cx="6018139" cy="2376400"/>
          </a:xfrm>
        </p:spPr>
        <p:txBody>
          <a:bodyPr>
            <a:noAutofit/>
          </a:bodyPr>
          <a:lstStyle/>
          <a:p>
            <a:r>
              <a:rPr lang="en-US" sz="1400" dirty="0">
                <a:latin typeface="Abadi" panose="020B0604020104020204" pitchFamily="34" charset="0"/>
              </a:rPr>
              <a:t>This is a stacked area chart, and it is my main visual. This visual is showcasing the relationship between average session time in minutes and the age of users. The slicers on the right side are there to filter between different age groups, genders, and the purpose of screen usage. I chose this chart because it provides a clean line that showcases how screentime differentiates between different ages. This chart does a good job in telling me what age groups tend to use social media more and where different spikes in usage occur.</a:t>
            </a:r>
          </a:p>
        </p:txBody>
      </p:sp>
      <p:pic>
        <p:nvPicPr>
          <p:cNvPr id="5" name="Content Placeholder 4">
            <a:extLst>
              <a:ext uri="{FF2B5EF4-FFF2-40B4-BE49-F238E27FC236}">
                <a16:creationId xmlns:a16="http://schemas.microsoft.com/office/drawing/2014/main" id="{805DC44B-6028-BE06-CCA2-ADC2B05DF9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8926" y="16"/>
            <a:ext cx="7932013" cy="4481585"/>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3" name="Rectangle 32">
            <a:extLst>
              <a:ext uri="{FF2B5EF4-FFF2-40B4-BE49-F238E27FC236}">
                <a16:creationId xmlns:a16="http://schemas.microsoft.com/office/drawing/2014/main" id="{D23B4D99-FEA8-489A-8436-A2F113BE1B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0562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EACB-A6DD-A034-5DCA-3B42B6381BF5}"/>
              </a:ext>
            </a:extLst>
          </p:cNvPr>
          <p:cNvSpPr>
            <a:spLocks noGrp="1"/>
          </p:cNvSpPr>
          <p:nvPr>
            <p:ph type="title"/>
          </p:nvPr>
        </p:nvSpPr>
        <p:spPr/>
        <p:txBody>
          <a:bodyPr/>
          <a:lstStyle/>
          <a:p>
            <a:pPr algn="l"/>
            <a:r>
              <a:rPr lang="en-US" dirty="0">
                <a:latin typeface="Abadi" panose="020B0604020104020204" pitchFamily="34" charset="0"/>
              </a:rPr>
              <a:t>Questions answered</a:t>
            </a:r>
            <a:r>
              <a:rPr lang="en-US" dirty="0"/>
              <a:t>:</a:t>
            </a:r>
          </a:p>
        </p:txBody>
      </p:sp>
      <p:sp>
        <p:nvSpPr>
          <p:cNvPr id="3" name="Content Placeholder 2">
            <a:extLst>
              <a:ext uri="{FF2B5EF4-FFF2-40B4-BE49-F238E27FC236}">
                <a16:creationId xmlns:a16="http://schemas.microsoft.com/office/drawing/2014/main" id="{A163073B-405D-6239-F225-961BD890FDDD}"/>
              </a:ext>
            </a:extLst>
          </p:cNvPr>
          <p:cNvSpPr>
            <a:spLocks noGrp="1"/>
          </p:cNvSpPr>
          <p:nvPr>
            <p:ph idx="1"/>
          </p:nvPr>
        </p:nvSpPr>
        <p:spPr/>
        <p:txBody>
          <a:bodyPr/>
          <a:lstStyle/>
          <a:p>
            <a:r>
              <a:rPr lang="en-US" dirty="0">
                <a:latin typeface="Abadi" panose="020B0604020104020204" pitchFamily="34" charset="0"/>
              </a:rPr>
              <a:t>Which age group has the highest usage of social media?</a:t>
            </a:r>
          </a:p>
          <a:p>
            <a:pPr marL="0" indent="0">
              <a:buNone/>
            </a:pPr>
            <a:r>
              <a:rPr lang="en-US" dirty="0">
                <a:latin typeface="Abadi" panose="020B0604020104020204" pitchFamily="34" charset="0"/>
              </a:rPr>
              <a:t>- </a:t>
            </a:r>
            <a:r>
              <a:rPr lang="en-US" sz="1400" dirty="0">
                <a:latin typeface="Abadi" panose="020B0604020104020204" pitchFamily="34" charset="0"/>
              </a:rPr>
              <a:t>Using my stacked area chart I can see that the age group from 13-17 make up the highest usage of social media.</a:t>
            </a:r>
          </a:p>
          <a:p>
            <a:r>
              <a:rPr lang="en-US" dirty="0">
                <a:latin typeface="Abadi" panose="020B0604020104020204" pitchFamily="34" charset="0"/>
              </a:rPr>
              <a:t>Which age group has the highest average session time?</a:t>
            </a:r>
          </a:p>
          <a:p>
            <a:pPr marL="0" indent="0">
              <a:buNone/>
            </a:pPr>
            <a:r>
              <a:rPr lang="en-US" dirty="0">
                <a:latin typeface="Abadi" panose="020B0604020104020204" pitchFamily="34" charset="0"/>
              </a:rPr>
              <a:t>-</a:t>
            </a:r>
            <a:r>
              <a:rPr lang="en-US" sz="1400" dirty="0">
                <a:latin typeface="Abadi" panose="020B0604020104020204" pitchFamily="34" charset="0"/>
              </a:rPr>
              <a:t>Again using the stacked area chart I can see that on average, social media usage peaks at the age of 15 and starts dropping off after the age of 17. It also shows me that at the age of 22, social media usage peaks once again.</a:t>
            </a:r>
            <a:endParaRPr lang="en-US" dirty="0">
              <a:latin typeface="Abadi" panose="020B0604020104020204" pitchFamily="34" charset="0"/>
            </a:endParaRPr>
          </a:p>
        </p:txBody>
      </p:sp>
    </p:spTree>
    <p:extLst>
      <p:ext uri="{BB962C8B-B14F-4D97-AF65-F5344CB8AC3E}">
        <p14:creationId xmlns:p14="http://schemas.microsoft.com/office/powerpoint/2010/main" val="35124814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45</TotalTime>
  <Words>438</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Abadi</vt:lpstr>
      <vt:lpstr>Arial</vt:lpstr>
      <vt:lpstr>MS Shell Dlg 2</vt:lpstr>
      <vt:lpstr>Wingdings</vt:lpstr>
      <vt:lpstr>Wingdings 3</vt:lpstr>
      <vt:lpstr>Madison</vt:lpstr>
      <vt:lpstr>Social Media Behavior and Age</vt:lpstr>
      <vt:lpstr>PowerPoint Presentation</vt:lpstr>
      <vt:lpstr>PowerPoint Presentation</vt:lpstr>
      <vt:lpstr>PowerPoint Presentation</vt:lpstr>
      <vt:lpstr>PowerPoint Presentation</vt:lpstr>
      <vt:lpstr>Questions answered: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Jregg</dc:creator>
  <cp:lastModifiedBy>Josh Jregg</cp:lastModifiedBy>
  <cp:revision>1</cp:revision>
  <dcterms:created xsi:type="dcterms:W3CDTF">2026-05-14T16:06:57Z</dcterms:created>
  <dcterms:modified xsi:type="dcterms:W3CDTF">2026-05-14T17:56:26Z</dcterms:modified>
</cp:coreProperties>
</file>